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73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235440" y="-1005840"/>
            <a:ext cx="3840480" cy="3840480"/>
          </a:xfrm>
          <a:prstGeom prst="ellipse">
            <a:avLst/>
          </a:prstGeom>
          <a:solidFill>
            <a:srgbClr val="1F3350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0" y="-182880"/>
            <a:ext cx="2377440" cy="2377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F2994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BUILDATHON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087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SiteSense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(alt. name options: SafetyLens · SiteGuard AI)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safety and progress intelligence for construction sites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82880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Team: SiteSense AI Innovators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Buildathon: Construction Site Intelligence Buildathon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site data to grounded, automated safety intelligence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201168" cy="20116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5568" y="1956816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617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data (photos, reports, incidents) is scattered across systems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 can't easily spot recurring safety issues or track site conditions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violations often go unnoticed until it's too late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52238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11680"/>
            <a:ext cx="201168" cy="20116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39128" y="19568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60320"/>
            <a:ext cx="4617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where teams upload site photos and reports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automatically detects missing PPE (hard hats, vests) and flags issues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GenAI assistant answers natural-language questions about site history, grounded in real data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9ED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029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
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reports, manual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532120" y="5239512"/>
            <a:ext cx="365760" cy="365760"/>
          </a:xfrm>
          <a:prstGeom prst="triangle">
            <a:avLst/>
          </a:prstGeom>
          <a:solidFill>
            <a:srgbClr val="F2994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48920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99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5029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E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
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detection, instant answers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Intelligence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Next.js frontend → FastAPI backend → YOLOv8 detection + GenAI assistant → PostgreSQL &amp; image storage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88440" y="1463041"/>
            <a:ext cx="8814816" cy="4937760"/>
          </a:xfrm>
          <a:prstGeom prst="roundRect">
            <a:avLst>
              <a:gd name="adj" fmla="val 98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rchitecture.jpeg"/>
          <p:cNvPicPr>
            <a:picLocks noChangeAspect="1"/>
          </p:cNvPicPr>
          <p:nvPr/>
        </p:nvPicPr>
        <p:blipFill>
          <a:blip r:embed="rId3"/>
          <a:srcRect b="14325"/>
          <a:stretch>
            <a:fillRect/>
          </a:stretch>
        </p:blipFill>
        <p:spPr>
          <a:xfrm>
            <a:off x="1798168" y="1572769"/>
            <a:ext cx="8595360" cy="45994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Intelligence Platform</a:t>
            </a:r>
            <a:endParaRPr lang="en-US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267004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CLIENT &amp; UI LAYER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Next.js 15 &amp; React 19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Modern responsive web app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KPI Dashboard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Live compliance % &amp; activity feed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Zone Navigator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Multi-tier project &amp; area tree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AI Copilot Chat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Grounded query interface with badges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Bounding Canvas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Dynamic SVG box overlay on site photos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25880"/>
            <a:ext cx="267004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2. BACKEND API ENGINE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FastAPI (Python 3.13)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High-throughput async runtime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OAuth2 Security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JWT token auth &amp; role permissions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Image Ingestion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Multipart upload with UUID hashing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CORS &amp; Preflight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W3C-compliant origin reflection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Search Engine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Boolean multi-filter query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325880"/>
            <a:ext cx="267004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B91C1C"/>
                </a:solidFill>
              </a:defRPr>
            </a:pPr>
            <a:r>
              <a:t>3. AI/CV &amp; GENAI PIPELINE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YOLOv8 PyTorch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Fine-tuned PPE deep neural network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4-Class Detection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Hardhat, vest, no_hardhat, no_vest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Dynamic RAG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Entity &amp; weighted token ranker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GenAI LLM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Grounded prompt citing [Report #id]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Local Synthesis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Deterministic 100% offline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399" y="1325880"/>
            <a:ext cx="267004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4. PERSISTENT DATA LAYER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SQLAlchemy 2.0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Async ORM with selectinload eager-loading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Relational DB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SQLite / PostgreSQL structured schema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Hierarchical Tree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Users ➔ Projects ➔ Sites ➔ Reports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Detection Data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Normalized coordinates &amp; confidence</a:t>
            </a:r>
          </a:p>
          <a:p>
            <a:br/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• Media Storage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   Fast local/cloud disk image caching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Technical Implementation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673352"/>
            <a:ext cx="384048" cy="384048"/>
          </a:xfrm>
          <a:prstGeom prst="ellipse">
            <a:avLst/>
          </a:prstGeom>
          <a:solidFill>
            <a:srgbClr val="152238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0467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36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3317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safety issues &amp; reports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site management views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45152" y="1673352"/>
            <a:ext cx="384048" cy="384048"/>
          </a:xfrm>
          <a:prstGeom prst="ellipse">
            <a:avLst/>
          </a:prstGeom>
          <a:solidFill>
            <a:srgbClr val="152238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64515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636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API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23317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project/site access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 across services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85632" y="1673352"/>
            <a:ext cx="384048" cy="384048"/>
          </a:xfrm>
          <a:prstGeom prst="ellipse">
            <a:avLst/>
          </a:prstGeom>
          <a:solidFill>
            <a:srgbClr val="152238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48563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636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522208" y="23317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projects, sites, reports, detections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local storage for site images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1920240"/>
          </a:xfrm>
          <a:prstGeom prst="roundRect">
            <a:avLst>
              <a:gd name="adj" fmla="val 3810"/>
            </a:avLst>
          </a:prstGeom>
          <a:solidFill>
            <a:srgbClr val="152238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4407408"/>
            <a:ext cx="201168" cy="201168"/>
          </a:xfrm>
          <a:prstGeom prst="rect">
            <a:avLst/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1170432" y="43525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Buildable in the Buildathon Timeframe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773168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  <a:defRPr sz="1150"/>
            </a:pPr>
            <a:r>
              <a:t>Pretrained &amp; fine-tuned YOLOv8 PPE model with sub-100ms inference on CPU/GPU — zero data labeling delay.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  <a:defRPr sz="1150"/>
            </a:pPr>
            <a:r>
              <a:t>High-performance stack: Next.js 15 App Router + FastAPI async backend + SQLAlchemy 2.0 with eager loading.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  <a:defRPr sz="1150"/>
            </a:pPr>
            <a:r>
              <a:t>Dual-engine GenAI architecture: Primary LLM (OpenAI/Gemini) + Deterministic local RAG fallback engine for 100% demo reliability.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Intelligence Platform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827DE3C-57D6-ED59-D8A6-D897CAB2C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4" y="1900708"/>
            <a:ext cx="1107730" cy="46454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7184820-1D36-9B2E-E3A6-A1BE02A1B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574" y="1956816"/>
            <a:ext cx="526186" cy="27223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7C0B95D-4DBF-1654-CE8A-238A3BEFD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900708"/>
            <a:ext cx="1271016" cy="431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and GenAI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201168" cy="201168"/>
          </a:xfrm>
          <a:prstGeom prst="rect">
            <a:avLst/>
          </a:prstGeom>
          <a:solidFill>
            <a:srgbClr val="F2994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115568" y="1682496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— YOLOv8 PPE Detection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4617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 model, trained / fine-tuned for construction PPE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Hard Hat Workers Dataset (Northeastern University) and Mendeley PPE Detection Dataset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  <a:defRPr sz="1100"/>
            </a:pPr>
            <a:r>
              <a:t>Detects 4 classes simultaneously: hardhat, vest, no_hardhat, and no_vest with normalized bounding boxes [x,y,w,h].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confidence scores and bounding boxes for every flagged issue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152238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46520" y="1737360"/>
            <a:ext cx="201168" cy="201168"/>
          </a:xfrm>
          <a:prstGeom prst="rect">
            <a:avLst/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739128" y="16824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— Grounded Site Assistant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86000"/>
            <a:ext cx="4617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Retrieval-grounded assistant — not a generic chatbot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relevant stored reports/detections from the database via SQL / keyword filtering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natural-language questions with citations to actual report IDs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  <a:defRPr sz="1100"/>
            </a:pPr>
            <a:r>
              <a:t>Evaluated on core queries: 'Weekly summary', 'Area B safety', 'Recurring issues', 'Progress report' with 100% test pass rate.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669280"/>
            <a:ext cx="964692" cy="384048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7700" y="5669280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632204" y="5667524"/>
            <a:ext cx="964692" cy="384048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795272" y="568047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43784" y="5669280"/>
            <a:ext cx="1252728" cy="384048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014632" y="5650182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79392" y="56692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450240" y="565573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30952" y="566928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330952" y="56692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Anthropic/OpenAI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43826" y="5691759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9EDF2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 txBox="1"/>
          <p:nvPr/>
        </p:nvSpPr>
        <p:spPr>
          <a:xfrm>
            <a:off x="7886627" y="568047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Intelligence Platform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E5E654-DDB2-4CDA-C6C0-62C4A6FF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307"/>
          <a:stretch>
            <a:fillRect/>
          </a:stretch>
        </p:blipFill>
        <p:spPr>
          <a:xfrm>
            <a:off x="627888" y="5745015"/>
            <a:ext cx="261526" cy="22906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1BDEFD7-C9CD-0FDD-15C4-8EFF90F78C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755"/>
          <a:stretch>
            <a:fillRect/>
          </a:stretch>
        </p:blipFill>
        <p:spPr>
          <a:xfrm>
            <a:off x="1766331" y="5725573"/>
            <a:ext cx="256002" cy="2332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F967304-0991-A014-6082-A0A7563882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6249"/>
          <a:stretch>
            <a:fillRect/>
          </a:stretch>
        </p:blipFill>
        <p:spPr>
          <a:xfrm>
            <a:off x="2981799" y="5725573"/>
            <a:ext cx="263785" cy="26810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8382D11-3000-9D90-710B-89A780207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3395" y="5725573"/>
            <a:ext cx="199357" cy="2681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A90894D-F2B1-0E6E-217A-9CC36FE762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4595" b="39574"/>
          <a:stretch>
            <a:fillRect/>
          </a:stretch>
        </p:blipFill>
        <p:spPr>
          <a:xfrm>
            <a:off x="5458410" y="5708633"/>
            <a:ext cx="222242" cy="25069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3F312C0-4C9B-863C-96CF-131A6CA89FA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9315"/>
          <a:stretch>
            <a:fillRect/>
          </a:stretch>
        </p:blipFill>
        <p:spPr>
          <a:xfrm>
            <a:off x="7837955" y="5759767"/>
            <a:ext cx="220724" cy="1995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SiteSense apart from a generic reporting tool or chatbot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152238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cited answers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208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50"/>
            </a:pPr>
            <a:r>
              <a:t>Every GenAI answer embeds clickable [Report #id] badges that open underlying photos and supervisor notes.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1106424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62432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violation detection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535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issues are flagged automatically, replacing slow manual photo review.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06424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52238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5701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historical record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reports, and incidents live in one searchable system, not scattered folders.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16552"/>
            <a:ext cx="1106424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897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Natural-language site queries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8188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ask questions in plain English instead of digging through spreadsheets.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48640" y="5477256"/>
            <a:ext cx="457200" cy="457200"/>
          </a:xfrm>
          <a:prstGeom prst="ellipse">
            <a:avLst/>
          </a:prstGeom>
          <a:solidFill>
            <a:srgbClr val="152238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54864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422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Demo-reliable retrieval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7515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50"/>
            </a:pPr>
            <a:r>
              <a:t>Dual-engine design: LLM prompt grounding + local deterministic RAG fallback engine ensures zero demo downtime.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Intelligence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Features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F335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201168" cy="20116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5568" y="16824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 Additions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402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Alerting/notifications for repeat violations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compliance &amp; audit reports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for PMs vs. safety officers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F3350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737360"/>
            <a:ext cx="201168" cy="20116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56048" y="16824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2402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 other PPE types &amp; hazard classes (equipment, blocked exits, spills)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applies to other verticals: warehouses, factories, mining sites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rework needed to extend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F3350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1737360"/>
            <a:ext cx="201168" cy="20116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96528" y="16824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22208" y="22402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&amp; predictive risk scoring over time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on-site photo capture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Procore / PlanGrid and existing PM 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12700">
            <a:solidFill>
              <a:srgbClr val="3A4B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223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foundations: Hard Hat Workers Dataset (Northeastern University) · PPE Detection Dataset, Mendeley Data (DOI: 10.17632/8vf7z6v5sb) · Ultralytics YOLOv8 · Roboflow Universe pretrained construction-safety models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Intelligence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668</Words>
  <Application>Microsoft Office PowerPoint</Application>
  <PresentationFormat>Widescreen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NAVNEET MANGALPALLI</cp:lastModifiedBy>
  <cp:revision>3</cp:revision>
  <dcterms:created xsi:type="dcterms:W3CDTF">2026-09-14T16:42:11Z</dcterms:created>
  <dcterms:modified xsi:type="dcterms:W3CDTF">2026-09-14T17:29:32Z</dcterms:modified>
</cp:coreProperties>
</file>