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4389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SiteSense: AI-Powered Construction Intelligence</a:t>
            </a:r>
          </a:p>
          <a:p>
            <a:pPr>
              <a:defRPr sz="1600">
                <a:solidFill>
                  <a:srgbClr val="F59E0B"/>
                </a:solidFill>
                <a:latin typeface="Segoe UI"/>
              </a:defRPr>
            </a:pPr>
            <a:r>
              <a:t>Real-Time Field Telemetry, Computer Vision PPE Audits &amp; Grounded GenAI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3291840" cy="2926080"/>
          </a:xfrm>
          <a:prstGeom prst="roundRect">
            <a:avLst/>
          </a:prstGeom>
          <a:solidFill>
            <a:srgbClr val="131A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🚧 The Industry Challenge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Construction safety audits are manual, slow, and prone to oversight.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Crucial field hazard data remains trapped in unstructured paper logs.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Managers lack automated visibility into recurring risk hotspots.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2926080"/>
            <a:ext cx="3291840" cy="2926080"/>
          </a:xfrm>
          <a:prstGeom prst="roundRect">
            <a:avLst/>
          </a:prstGeom>
          <a:solidFill>
            <a:srgbClr val="131A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💡 Proposed Solution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YOLOv8 vision pipeline auditing PPE in real-time.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Hierarchical multi-project, multi-zone site logging system.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Grounded GenAI Copilot connected to live site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26080"/>
            <a:ext cx="3200400" cy="2926080"/>
          </a:xfrm>
          <a:prstGeom prst="roundRect">
            <a:avLst/>
          </a:prstGeom>
          <a:solidFill>
            <a:srgbClr val="131A2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🎯 Core Value Proposition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100% Traceability with interactive report citation badges.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generic hallucinations via grounded RAG synthesis.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Proactive safety prevention saving lives and reducing site delays.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 &amp; End-to-End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300" b="1">
                <a:solidFill>
                  <a:srgbClr val="3B82F6"/>
                </a:solidFill>
              </a:defRPr>
            </a:pPr>
            <a:r>
              <a:t>1. Presentation Layer (Next.js 15)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Responsive Web UI &amp; Mobile-ready client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Interactive Dashboard &amp; Safety Analytics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Hierarchical Project &amp; Zone Navigator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AI Copilot Chat &amp; Report Detail Modal with Bounding 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2. API &amp; Application Engine (FastAPI)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High-performance async REST API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JWT Authentication &amp; Role-Based Access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Multi-part photo upload processing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Query routing, CORS handling &amp; Filtering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3. AI/CV &amp; GenAI Engine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Deep Learning &amp; LLM Synthesis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YOLOv8 PPE detection (Hardhats, Vests, Violations)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Dynamic RAG Context Retriever &amp; Grounding Pipeline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Dual LLM Engine (OpenAI/Gemini) + Deterministic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Persistent Data &amp; Storage Layer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Relational &amp; File Storage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Async SQLAlchemy ORM (SQLite / PostgreSQL)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Hierarchical schema (Users ➔ Projects ➔ Sites ➔ Reports ➔ Detections)</a:t>
            </a:r>
          </a:p>
          <a:p>
            <a:pPr>
              <a:spcBef>
                <a:spcPts val="400"/>
              </a:spcBef>
              <a:defRPr sz="1000">
                <a:solidFill>
                  <a:srgbClr val="F8FAFC"/>
                </a:solidFill>
              </a:defRPr>
            </a:pPr>
            <a:r>
              <a:t>• Disk artifact &amp; uploaded media storage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Core Technical Implementation &amp; 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Frontend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Framework: Next.js 15 with App Router &amp; React 19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Language &amp; Styling: TypeScript + TailwindCSS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Component System: Modular cards, interactive bounding box overlays, slide-out drawer, report inspection modals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State &amp; Auth: React Context API with persistent token caching and instant 1-click role switcher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Backend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Framework: FastAPI (Python 3.13) with Async/Await runtime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ORM &amp; Database: SQLAlchemy 2.0 Async with selectinload eager-loading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Security: OAuth2 Bearer JWT authentication with bcrypt password hashing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Cross-Origin: W3C-compliant CORS supporting explicit origins &amp; preflight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Data Pipeline &amp; Performance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Image Ingestion: Async multi-file upload with UUID hashing &amp; disk cache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Inference Speed: Sub-100ms local YOLOv8 PyTorch inference per photo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Sub-second Search: Indexed date, site, and full-text keyword queries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Resilience: Graceful async error boundaries with zero unhandled 500s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AI/ML Computer Vision &amp; Grounded GenAI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👁️ YOLOv8 Computer Vision Pipeline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Custom Trained Model: Fine-tuned YOLOv8 on construction site datasets for safety gear detection.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Multi-Class Classification: Detects hardhat, vest, no_hardhat, and no_vest classes simultaneously.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Bounding Box Extraction: Computes normalized bounding coordinates (x, y, w, h) &amp; confidence scores (0.0-1.0).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Automated Compliance Flagging: Labels each uploaded photo as 'compliant' or 'issue_detected' instantaneously.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🤖 Grounded GenAI &amp; RAG Synthesis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Context-Aware Retrieval: Scans user query, extracts keywords, scores and ranks the most relevant DB logs.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Strict Grounding Prompt: LLM is instructed to answer strictly using retrieved records with report citations.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Interactive Citations: Formatted as [Report #id], rendering in the UI as clickable inspection evidence badges.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• Dual-Engine Architecture: Primary OpenAI/Gemini LLM + Local deterministic synthesis fallback for 100% uptime.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Unique Features &amp; Architectural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🔗 Interactive Citation Badges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Every GenAI response embeds clickable [Report #id] badges. Clicking instantly opens the exact field log, author notes, and YOLO bounding box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⚠️ Automated Recurring Hazard Hotspotting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Built-in intelligence engine groups violations by site zone and class, proactively alerting safety officers to repeated risk trends before accidents happen.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⚡ 100% Offline-Capable Local Synthesis Engine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If third-party LLM APIs are unreachable, our local RAG synthesis engine generates structured, formatted reports and citations with zero downtime.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🏗️ Hierarchical Site Zone Management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Multi-tier project-to-zone organization allows drill-downs from overall project level down to specific elevation decks and warehouse sectors.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Additional Features Built &amp; Future Scope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✅ Built Additional Features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1-Click Role Switcher (Admin, Supervisor, Safety Officer, Contractor) for frictionless live demos.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Natural Boolean Multi-Filter Search with date, area, violation status, and full-text keyword indexing.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Interactive YOLO Bounding Box Canvas with custom color overlays and confidence percentages.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Live Operational KPI Dashboard tracking overall site compliance rates and active zone health.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🚀 Future Scope &amp; Expansion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Live CCTV / RTSP Stream Ingestion for continuous automated perimeter and worker PPE auditing.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Drone Photogrammetry &amp; 3D BIM Integration mapping hazard coordinates onto digital building twins.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Predictive Schedule Delay Modeling correlating safety infractions with subcontractor delays.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Offline Edge Mobile App (React Native) enabling field staff to sync reports in zero-connectivity tunnels.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SITESENSE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Summary &amp; Business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80% Faster Audits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Automated computer vision PPE detection eliminates hours of manual safety walk-throughs.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645920"/>
            <a:ext cx="338328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800" b="1">
                <a:solidFill>
                  <a:srgbClr val="3B82F6"/>
                </a:solidFill>
              </a:defRPr>
            </a:pPr>
            <a:r>
              <a:t>Zero Hallucinations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Grounded RAG architecture ensures all AI insights are backed by verified database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645920"/>
            <a:ext cx="3383280" cy="201168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22860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Proactive Prevention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Early detection of recurring violation hotspots prevents workplace accidents and fines.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2103120"/>
          </a:xfrm>
          <a:prstGeom prst="roundRect">
            <a:avLst/>
          </a:prstGeom>
          <a:solidFill>
            <a:srgbClr val="131A2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🎯 Executive Summary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SiteSense successfully bridges computer vision and enterprise GenAI to modernize construction site safety and operations. By fusing fine-tuned YOLOv8 visual models with a grounded, interactive RAG copilot, SiteSense gives project executives, safety officers, and general contractors real-time intelligence, end-to-end traceability, and actionable safety insights.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